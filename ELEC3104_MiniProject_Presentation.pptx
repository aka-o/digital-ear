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836246-5B98-4C03-8B21-2B90C635DFA9}" v="9" dt="2024-11-13T06:17:49.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4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ne O" userId="2a8765acafd1de16" providerId="LiveId" clId="{53836246-5B98-4C03-8B21-2B90C635DFA9}"/>
    <pc:docChg chg="undo custSel addSld modSld sldOrd">
      <pc:chgData name="Akane O" userId="2a8765acafd1de16" providerId="LiveId" clId="{53836246-5B98-4C03-8B21-2B90C635DFA9}" dt="2024-11-13T07:08:49.091" v="2256" actId="20577"/>
      <pc:docMkLst>
        <pc:docMk/>
      </pc:docMkLst>
      <pc:sldChg chg="modSp new mod">
        <pc:chgData name="Akane O" userId="2a8765acafd1de16" providerId="LiveId" clId="{53836246-5B98-4C03-8B21-2B90C635DFA9}" dt="2024-11-13T02:38:45.700" v="87" actId="20577"/>
        <pc:sldMkLst>
          <pc:docMk/>
          <pc:sldMk cId="1949549752" sldId="256"/>
        </pc:sldMkLst>
        <pc:spChg chg="mod">
          <ac:chgData name="Akane O" userId="2a8765acafd1de16" providerId="LiveId" clId="{53836246-5B98-4C03-8B21-2B90C635DFA9}" dt="2024-11-13T02:38:15.801" v="48" actId="20577"/>
          <ac:spMkLst>
            <pc:docMk/>
            <pc:sldMk cId="1949549752" sldId="256"/>
            <ac:spMk id="2" creationId="{D93E45F6-7117-63EA-F39F-B3FAE55DD07D}"/>
          </ac:spMkLst>
        </pc:spChg>
        <pc:spChg chg="mod">
          <ac:chgData name="Akane O" userId="2a8765acafd1de16" providerId="LiveId" clId="{53836246-5B98-4C03-8B21-2B90C635DFA9}" dt="2024-11-13T02:38:45.700" v="87" actId="20577"/>
          <ac:spMkLst>
            <pc:docMk/>
            <pc:sldMk cId="1949549752" sldId="256"/>
            <ac:spMk id="3" creationId="{3F1C927E-440E-CBFB-6739-FBF09DC463FC}"/>
          </ac:spMkLst>
        </pc:spChg>
      </pc:sldChg>
      <pc:sldChg chg="addSp delSp modSp new mod">
        <pc:chgData name="Akane O" userId="2a8765acafd1de16" providerId="LiveId" clId="{53836246-5B98-4C03-8B21-2B90C635DFA9}" dt="2024-11-13T06:44:49.053" v="1098" actId="20577"/>
        <pc:sldMkLst>
          <pc:docMk/>
          <pc:sldMk cId="1649544607" sldId="257"/>
        </pc:sldMkLst>
        <pc:spChg chg="del mod">
          <ac:chgData name="Akane O" userId="2a8765acafd1de16" providerId="LiveId" clId="{53836246-5B98-4C03-8B21-2B90C635DFA9}" dt="2024-11-13T02:39:32.823" v="98" actId="478"/>
          <ac:spMkLst>
            <pc:docMk/>
            <pc:sldMk cId="1649544607" sldId="257"/>
            <ac:spMk id="2" creationId="{D42FC66E-7BF3-07F0-4312-0A4B63EC5617}"/>
          </ac:spMkLst>
        </pc:spChg>
        <pc:spChg chg="mod">
          <ac:chgData name="Akane O" userId="2a8765acafd1de16" providerId="LiveId" clId="{53836246-5B98-4C03-8B21-2B90C635DFA9}" dt="2024-11-13T06:44:49.053" v="1098" actId="20577"/>
          <ac:spMkLst>
            <pc:docMk/>
            <pc:sldMk cId="1649544607" sldId="257"/>
            <ac:spMk id="3" creationId="{0A08AB0E-E08B-DE31-380A-3A25AC2AD071}"/>
          </ac:spMkLst>
        </pc:spChg>
        <pc:spChg chg="add del mod">
          <ac:chgData name="Akane O" userId="2a8765acafd1de16" providerId="LiveId" clId="{53836246-5B98-4C03-8B21-2B90C635DFA9}" dt="2024-11-13T02:39:34.737" v="99" actId="478"/>
          <ac:spMkLst>
            <pc:docMk/>
            <pc:sldMk cId="1649544607" sldId="257"/>
            <ac:spMk id="5" creationId="{7D3DA78E-8BFE-6A50-AB9E-E8B23CD59D4A}"/>
          </ac:spMkLst>
        </pc:spChg>
      </pc:sldChg>
      <pc:sldChg chg="modSp add mod ord">
        <pc:chgData name="Akane O" userId="2a8765acafd1de16" providerId="LiveId" clId="{53836246-5B98-4C03-8B21-2B90C635DFA9}" dt="2024-11-13T07:08:49.091" v="2256" actId="20577"/>
        <pc:sldMkLst>
          <pc:docMk/>
          <pc:sldMk cId="2860604749" sldId="258"/>
        </pc:sldMkLst>
        <pc:spChg chg="mod">
          <ac:chgData name="Akane O" userId="2a8765acafd1de16" providerId="LiveId" clId="{53836246-5B98-4C03-8B21-2B90C635DFA9}" dt="2024-11-13T02:40:21.005" v="143" actId="20577"/>
          <ac:spMkLst>
            <pc:docMk/>
            <pc:sldMk cId="2860604749" sldId="258"/>
            <ac:spMk id="2" creationId="{2122FA85-685E-DA8C-9649-1A735F3A5F83}"/>
          </ac:spMkLst>
        </pc:spChg>
        <pc:spChg chg="mod">
          <ac:chgData name="Akane O" userId="2a8765acafd1de16" providerId="LiveId" clId="{53836246-5B98-4C03-8B21-2B90C635DFA9}" dt="2024-11-13T07:08:49.091" v="2256" actId="20577"/>
          <ac:spMkLst>
            <pc:docMk/>
            <pc:sldMk cId="2860604749" sldId="258"/>
            <ac:spMk id="3" creationId="{EFCA9313-B1F8-513C-C5BB-8C6D4AEECAC3}"/>
          </ac:spMkLst>
        </pc:spChg>
      </pc:sldChg>
      <pc:sldChg chg="addSp delSp modSp add mod">
        <pc:chgData name="Akane O" userId="2a8765acafd1de16" providerId="LiveId" clId="{53836246-5B98-4C03-8B21-2B90C635DFA9}" dt="2024-11-13T04:51:16.679" v="629" actId="1076"/>
        <pc:sldMkLst>
          <pc:docMk/>
          <pc:sldMk cId="582799665" sldId="259"/>
        </pc:sldMkLst>
        <pc:spChg chg="del">
          <ac:chgData name="Akane O" userId="2a8765acafd1de16" providerId="LiveId" clId="{53836246-5B98-4C03-8B21-2B90C635DFA9}" dt="2024-11-13T04:11:04.763" v="492" actId="478"/>
          <ac:spMkLst>
            <pc:docMk/>
            <pc:sldMk cId="582799665" sldId="259"/>
            <ac:spMk id="2" creationId="{876E0D39-DD94-25BB-3172-C867A9AE353B}"/>
          </ac:spMkLst>
        </pc:spChg>
        <pc:spChg chg="del">
          <ac:chgData name="Akane O" userId="2a8765acafd1de16" providerId="LiveId" clId="{53836246-5B98-4C03-8B21-2B90C635DFA9}" dt="2024-11-13T04:10:55.342" v="490" actId="22"/>
          <ac:spMkLst>
            <pc:docMk/>
            <pc:sldMk cId="582799665" sldId="259"/>
            <ac:spMk id="3" creationId="{3A2225E3-187F-0BB9-9E33-6E06FCC04CC7}"/>
          </ac:spMkLst>
        </pc:spChg>
        <pc:spChg chg="add del mod">
          <ac:chgData name="Akane O" userId="2a8765acafd1de16" providerId="LiveId" clId="{53836246-5B98-4C03-8B21-2B90C635DFA9}" dt="2024-11-13T04:26:33.745" v="595" actId="478"/>
          <ac:spMkLst>
            <pc:docMk/>
            <pc:sldMk cId="582799665" sldId="259"/>
            <ac:spMk id="21" creationId="{16876312-10ED-9A6F-34C2-E5661143C119}"/>
          </ac:spMkLst>
        </pc:spChg>
        <pc:grpChg chg="add mod">
          <ac:chgData name="Akane O" userId="2a8765acafd1de16" providerId="LiveId" clId="{53836246-5B98-4C03-8B21-2B90C635DFA9}" dt="2024-11-13T04:12:08.793" v="500" actId="164"/>
          <ac:grpSpMkLst>
            <pc:docMk/>
            <pc:sldMk cId="582799665" sldId="259"/>
            <ac:grpSpMk id="10" creationId="{7DC177E7-8332-0BC9-4C1C-B56766EC6282}"/>
          </ac:grpSpMkLst>
        </pc:grpChg>
        <pc:grpChg chg="add del mod">
          <ac:chgData name="Akane O" userId="2a8765acafd1de16" providerId="LiveId" clId="{53836246-5B98-4C03-8B21-2B90C635DFA9}" dt="2024-11-13T04:20:05.615" v="567" actId="21"/>
          <ac:grpSpMkLst>
            <pc:docMk/>
            <pc:sldMk cId="582799665" sldId="259"/>
            <ac:grpSpMk id="13" creationId="{08D6003E-FBFA-A2C4-3598-9B2185B8071E}"/>
          </ac:grpSpMkLst>
        </pc:grpChg>
        <pc:picChg chg="add del mod ord">
          <ac:chgData name="Akane O" userId="2a8765acafd1de16" providerId="LiveId" clId="{53836246-5B98-4C03-8B21-2B90C635DFA9}" dt="2024-11-13T04:20:42.471" v="573" actId="21"/>
          <ac:picMkLst>
            <pc:docMk/>
            <pc:sldMk cId="582799665" sldId="259"/>
            <ac:picMk id="5" creationId="{872295F1-FBE2-AFD2-AF87-A53773EC30E6}"/>
          </ac:picMkLst>
        </pc:picChg>
        <pc:picChg chg="add del mod">
          <ac:chgData name="Akane O" userId="2a8765acafd1de16" providerId="LiveId" clId="{53836246-5B98-4C03-8B21-2B90C635DFA9}" dt="2024-11-13T04:12:58.753" v="508" actId="164"/>
          <ac:picMkLst>
            <pc:docMk/>
            <pc:sldMk cId="582799665" sldId="259"/>
            <ac:picMk id="7" creationId="{D7438D8C-1190-C1EE-7AE8-4F7E76B08570}"/>
          </ac:picMkLst>
        </pc:picChg>
        <pc:picChg chg="add del mod">
          <ac:chgData name="Akane O" userId="2a8765acafd1de16" providerId="LiveId" clId="{53836246-5B98-4C03-8B21-2B90C635DFA9}" dt="2024-11-13T04:12:16.430" v="504" actId="478"/>
          <ac:picMkLst>
            <pc:docMk/>
            <pc:sldMk cId="582799665" sldId="259"/>
            <ac:picMk id="9" creationId="{1760A415-741B-BAF4-4D87-14E290DCF2FE}"/>
          </ac:picMkLst>
        </pc:picChg>
        <pc:picChg chg="add mod">
          <ac:chgData name="Akane O" userId="2a8765acafd1de16" providerId="LiveId" clId="{53836246-5B98-4C03-8B21-2B90C635DFA9}" dt="2024-11-13T04:12:58.753" v="508" actId="164"/>
          <ac:picMkLst>
            <pc:docMk/>
            <pc:sldMk cId="582799665" sldId="259"/>
            <ac:picMk id="12" creationId="{DA1EDDFA-3657-8026-10B5-8421AD141993}"/>
          </ac:picMkLst>
        </pc:picChg>
        <pc:picChg chg="add del mod">
          <ac:chgData name="Akane O" userId="2a8765acafd1de16" providerId="LiveId" clId="{53836246-5B98-4C03-8B21-2B90C635DFA9}" dt="2024-11-13T04:19:33.747" v="561" actId="21"/>
          <ac:picMkLst>
            <pc:docMk/>
            <pc:sldMk cId="582799665" sldId="259"/>
            <ac:picMk id="15" creationId="{0944D16D-E2AD-24DE-3A2B-13926BB5C932}"/>
          </ac:picMkLst>
        </pc:picChg>
        <pc:picChg chg="add del mod">
          <ac:chgData name="Akane O" userId="2a8765acafd1de16" providerId="LiveId" clId="{53836246-5B98-4C03-8B21-2B90C635DFA9}" dt="2024-11-13T04:18:31.603" v="547" actId="21"/>
          <ac:picMkLst>
            <pc:docMk/>
            <pc:sldMk cId="582799665" sldId="259"/>
            <ac:picMk id="17" creationId="{C7E1A0F3-E72F-78F1-4552-4B7407CFD90E}"/>
          </ac:picMkLst>
        </pc:picChg>
        <pc:picChg chg="add del mod">
          <ac:chgData name="Akane O" userId="2a8765acafd1de16" providerId="LiveId" clId="{53836246-5B98-4C03-8B21-2B90C635DFA9}" dt="2024-11-13T04:18:09.174" v="544" actId="21"/>
          <ac:picMkLst>
            <pc:docMk/>
            <pc:sldMk cId="582799665" sldId="259"/>
            <ac:picMk id="19" creationId="{C83C93C2-4478-5EBD-90B4-E7845C73A50F}"/>
          </ac:picMkLst>
        </pc:picChg>
        <pc:picChg chg="add mod">
          <ac:chgData name="Akane O" userId="2a8765acafd1de16" providerId="LiveId" clId="{53836246-5B98-4C03-8B21-2B90C635DFA9}" dt="2024-11-13T04:51:09.354" v="627" actId="1076"/>
          <ac:picMkLst>
            <pc:docMk/>
            <pc:sldMk cId="582799665" sldId="259"/>
            <ac:picMk id="23" creationId="{CE812FBD-D82A-E611-61F0-0CC7CC9A13AF}"/>
          </ac:picMkLst>
        </pc:picChg>
        <pc:picChg chg="add mod">
          <ac:chgData name="Akane O" userId="2a8765acafd1de16" providerId="LiveId" clId="{53836246-5B98-4C03-8B21-2B90C635DFA9}" dt="2024-11-13T04:42:13.771" v="621" actId="1076"/>
          <ac:picMkLst>
            <pc:docMk/>
            <pc:sldMk cId="582799665" sldId="259"/>
            <ac:picMk id="25" creationId="{4C0845B6-0C8B-889F-AE1E-AF6C3F3F8EA4}"/>
          </ac:picMkLst>
        </pc:picChg>
        <pc:picChg chg="add mod">
          <ac:chgData name="Akane O" userId="2a8765acafd1de16" providerId="LiveId" clId="{53836246-5B98-4C03-8B21-2B90C635DFA9}" dt="2024-11-13T04:28:46.811" v="616" actId="1076"/>
          <ac:picMkLst>
            <pc:docMk/>
            <pc:sldMk cId="582799665" sldId="259"/>
            <ac:picMk id="27" creationId="{116B57C2-FC23-F7C9-A229-3EA4F9C5668E}"/>
          </ac:picMkLst>
        </pc:picChg>
        <pc:picChg chg="add mod">
          <ac:chgData name="Akane O" userId="2a8765acafd1de16" providerId="LiveId" clId="{53836246-5B98-4C03-8B21-2B90C635DFA9}" dt="2024-11-13T04:51:16.679" v="629" actId="1076"/>
          <ac:picMkLst>
            <pc:docMk/>
            <pc:sldMk cId="582799665" sldId="259"/>
            <ac:picMk id="29" creationId="{CF5C99A6-25A9-5760-1273-9D34A421A1DD}"/>
          </ac:picMkLst>
        </pc:picChg>
      </pc:sldChg>
      <pc:sldChg chg="addSp delSp modSp add mod ord">
        <pc:chgData name="Akane O" userId="2a8765acafd1de16" providerId="LiveId" clId="{53836246-5B98-4C03-8B21-2B90C635DFA9}" dt="2024-11-13T04:52:05.880" v="633" actId="14100"/>
        <pc:sldMkLst>
          <pc:docMk/>
          <pc:sldMk cId="2598651272" sldId="260"/>
        </pc:sldMkLst>
        <pc:spChg chg="del">
          <ac:chgData name="Akane O" userId="2a8765acafd1de16" providerId="LiveId" clId="{53836246-5B98-4C03-8B21-2B90C635DFA9}" dt="2024-11-13T04:15:32.772" v="526" actId="478"/>
          <ac:spMkLst>
            <pc:docMk/>
            <pc:sldMk cId="2598651272" sldId="260"/>
            <ac:spMk id="2" creationId="{90E372AE-B11F-80BE-AF46-4A036676DF6A}"/>
          </ac:spMkLst>
        </pc:spChg>
        <pc:spChg chg="del">
          <ac:chgData name="Akane O" userId="2a8765acafd1de16" providerId="LiveId" clId="{53836246-5B98-4C03-8B21-2B90C635DFA9}" dt="2024-11-13T04:15:35.515" v="527" actId="478"/>
          <ac:spMkLst>
            <pc:docMk/>
            <pc:sldMk cId="2598651272" sldId="260"/>
            <ac:spMk id="3" creationId="{D4589A7F-98F6-5EFB-3632-5485A2BB0CAD}"/>
          </ac:spMkLst>
        </pc:spChg>
        <pc:spChg chg="add del mod">
          <ac:chgData name="Akane O" userId="2a8765acafd1de16" providerId="LiveId" clId="{53836246-5B98-4C03-8B21-2B90C635DFA9}" dt="2024-11-13T04:21:26.358" v="580" actId="478"/>
          <ac:spMkLst>
            <pc:docMk/>
            <pc:sldMk cId="2598651272" sldId="260"/>
            <ac:spMk id="16" creationId="{7243FE42-45C0-C56C-A60D-5B28BDE427DE}"/>
          </ac:spMkLst>
        </pc:spChg>
        <pc:grpChg chg="add del mod">
          <ac:chgData name="Akane O" userId="2a8765acafd1de16" providerId="LiveId" clId="{53836246-5B98-4C03-8B21-2B90C635DFA9}" dt="2024-11-13T04:22:13.465" v="582" actId="478"/>
          <ac:grpSpMkLst>
            <pc:docMk/>
            <pc:sldMk cId="2598651272" sldId="260"/>
            <ac:grpSpMk id="13" creationId="{08D6003E-FBFA-A2C4-3598-9B2185B8071E}"/>
          </ac:grpSpMkLst>
        </pc:grpChg>
        <pc:picChg chg="add mod">
          <ac:chgData name="Akane O" userId="2a8765acafd1de16" providerId="LiveId" clId="{53836246-5B98-4C03-8B21-2B90C635DFA9}" dt="2024-11-13T04:20:35.294" v="571" actId="1076"/>
          <ac:picMkLst>
            <pc:docMk/>
            <pc:sldMk cId="2598651272" sldId="260"/>
            <ac:picMk id="5" creationId="{F675E308-AA4B-24E7-20B1-3819FFF3C40E}"/>
          </ac:picMkLst>
        </pc:picChg>
        <pc:picChg chg="add mod">
          <ac:chgData name="Akane O" userId="2a8765acafd1de16" providerId="LiveId" clId="{53836246-5B98-4C03-8B21-2B90C635DFA9}" dt="2024-11-13T04:51:52.391" v="631" actId="14100"/>
          <ac:picMkLst>
            <pc:docMk/>
            <pc:sldMk cId="2598651272" sldId="260"/>
            <ac:picMk id="7" creationId="{58AF3218-445C-9804-3BEB-FDA78E0BDDB5}"/>
          </ac:picMkLst>
        </pc:picChg>
        <pc:picChg chg="add mod">
          <ac:chgData name="Akane O" userId="2a8765acafd1de16" providerId="LiveId" clId="{53836246-5B98-4C03-8B21-2B90C635DFA9}" dt="2024-11-13T04:52:05.880" v="633" actId="14100"/>
          <ac:picMkLst>
            <pc:docMk/>
            <pc:sldMk cId="2598651272" sldId="260"/>
            <ac:picMk id="9" creationId="{9059E1DF-87EC-3FE3-DE86-27533E57604D}"/>
          </ac:picMkLst>
        </pc:picChg>
        <pc:picChg chg="mod">
          <ac:chgData name="Akane O" userId="2a8765acafd1de16" providerId="LiveId" clId="{53836246-5B98-4C03-8B21-2B90C635DFA9}" dt="2024-11-13T04:20:08.150" v="568"/>
          <ac:picMkLst>
            <pc:docMk/>
            <pc:sldMk cId="2598651272" sldId="260"/>
            <ac:picMk id="10" creationId="{D7438D8C-1190-C1EE-7AE8-4F7E76B08570}"/>
          </ac:picMkLst>
        </pc:picChg>
        <pc:picChg chg="add del mod">
          <ac:chgData name="Akane O" userId="2a8765acafd1de16" providerId="LiveId" clId="{53836246-5B98-4C03-8B21-2B90C635DFA9}" dt="2024-11-13T04:21:17.473" v="578" actId="478"/>
          <ac:picMkLst>
            <pc:docMk/>
            <pc:sldMk cId="2598651272" sldId="260"/>
            <ac:picMk id="11" creationId="{872295F1-FBE2-AFD2-AF87-A53773EC30E6}"/>
          </ac:picMkLst>
        </pc:picChg>
        <pc:picChg chg="mod">
          <ac:chgData name="Akane O" userId="2a8765acafd1de16" providerId="LiveId" clId="{53836246-5B98-4C03-8B21-2B90C635DFA9}" dt="2024-11-13T04:20:08.150" v="568"/>
          <ac:picMkLst>
            <pc:docMk/>
            <pc:sldMk cId="2598651272" sldId="260"/>
            <ac:picMk id="12" creationId="{DA1EDDFA-3657-8026-10B5-8421AD141993}"/>
          </ac:picMkLst>
        </pc:picChg>
        <pc:picChg chg="add mod">
          <ac:chgData name="Akane O" userId="2a8765acafd1de16" providerId="LiveId" clId="{53836246-5B98-4C03-8B21-2B90C635DFA9}" dt="2024-11-13T04:22:54.130" v="591" actId="14100"/>
          <ac:picMkLst>
            <pc:docMk/>
            <pc:sldMk cId="2598651272" sldId="260"/>
            <ac:picMk id="15" creationId="{0944D16D-E2AD-24DE-3A2B-13926BB5C932}"/>
          </ac:picMkLst>
        </pc:picChg>
        <pc:picChg chg="add mod">
          <ac:chgData name="Akane O" userId="2a8765acafd1de16" providerId="LiveId" clId="{53836246-5B98-4C03-8B21-2B90C635DFA9}" dt="2024-11-13T04:22:58.550" v="592" actId="14100"/>
          <ac:picMkLst>
            <pc:docMk/>
            <pc:sldMk cId="2598651272" sldId="260"/>
            <ac:picMk id="17" creationId="{C7E1A0F3-E72F-78F1-4552-4B7407CFD90E}"/>
          </ac:picMkLst>
        </pc:picChg>
        <pc:picChg chg="add mod">
          <ac:chgData name="Akane O" userId="2a8765acafd1de16" providerId="LiveId" clId="{53836246-5B98-4C03-8B21-2B90C635DFA9}" dt="2024-11-13T04:23:16.124" v="594" actId="14100"/>
          <ac:picMkLst>
            <pc:docMk/>
            <pc:sldMk cId="2598651272" sldId="260"/>
            <ac:picMk id="19" creationId="{C83C93C2-4478-5EBD-90B4-E7845C73A50F}"/>
          </ac:picMkLst>
        </pc:picChg>
        <pc:picChg chg="add mod">
          <ac:chgData name="Akane O" userId="2a8765acafd1de16" providerId="LiveId" clId="{53836246-5B98-4C03-8B21-2B90C635DFA9}" dt="2024-11-13T04:23:04.560" v="593" actId="14100"/>
          <ac:picMkLst>
            <pc:docMk/>
            <pc:sldMk cId="2598651272" sldId="260"/>
            <ac:picMk id="20" creationId="{D614BC6D-9B89-9B5F-38C8-E2D85C8A719F}"/>
          </ac:picMkLst>
        </pc:picChg>
      </pc:sldChg>
      <pc:sldChg chg="addSp delSp modSp add mod">
        <pc:chgData name="Akane O" userId="2a8765acafd1de16" providerId="LiveId" clId="{53836246-5B98-4C03-8B21-2B90C635DFA9}" dt="2024-11-13T06:18:10.425" v="1036" actId="255"/>
        <pc:sldMkLst>
          <pc:docMk/>
          <pc:sldMk cId="617645192" sldId="261"/>
        </pc:sldMkLst>
        <pc:spChg chg="del">
          <ac:chgData name="Akane O" userId="2a8765acafd1de16" providerId="LiveId" clId="{53836246-5B98-4C03-8B21-2B90C635DFA9}" dt="2024-11-13T06:16:32.425" v="1018" actId="478"/>
          <ac:spMkLst>
            <pc:docMk/>
            <pc:sldMk cId="617645192" sldId="261"/>
            <ac:spMk id="2" creationId="{50E22BAF-2F9F-0FAB-535C-A795E742934A}"/>
          </ac:spMkLst>
        </pc:spChg>
        <pc:spChg chg="del">
          <ac:chgData name="Akane O" userId="2a8765acafd1de16" providerId="LiveId" clId="{53836246-5B98-4C03-8B21-2B90C635DFA9}" dt="2024-11-13T06:16:29.231" v="1017" actId="478"/>
          <ac:spMkLst>
            <pc:docMk/>
            <pc:sldMk cId="617645192" sldId="261"/>
            <ac:spMk id="3" creationId="{22BEC508-A15F-8639-0DFA-934305D59581}"/>
          </ac:spMkLst>
        </pc:spChg>
        <pc:spChg chg="add mod">
          <ac:chgData name="Akane O" userId="2a8765acafd1de16" providerId="LiveId" clId="{53836246-5B98-4C03-8B21-2B90C635DFA9}" dt="2024-11-13T06:18:10.425" v="1036" actId="255"/>
          <ac:spMkLst>
            <pc:docMk/>
            <pc:sldMk cId="617645192" sldId="261"/>
            <ac:spMk id="6" creationId="{F160A5ED-19F4-5482-E68F-21F20C28586E}"/>
          </ac:spMkLst>
        </pc:spChg>
        <pc:picChg chg="add mod">
          <ac:chgData name="Akane O" userId="2a8765acafd1de16" providerId="LiveId" clId="{53836246-5B98-4C03-8B21-2B90C635DFA9}" dt="2024-11-13T06:16:37.205" v="1020" actId="1076"/>
          <ac:picMkLst>
            <pc:docMk/>
            <pc:sldMk cId="617645192" sldId="261"/>
            <ac:picMk id="5" creationId="{BD91CF7F-2107-1E03-1723-1E98F466932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020C3-51BF-3F03-3444-93EB28AA6AD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C58DE39C-57BD-FA8C-CC56-EF2E14485A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64D49EA4-DE0E-96B6-9D4D-1B1D0B4AF4C1}"/>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5" name="Footer Placeholder 4">
            <a:extLst>
              <a:ext uri="{FF2B5EF4-FFF2-40B4-BE49-F238E27FC236}">
                <a16:creationId xmlns:a16="http://schemas.microsoft.com/office/drawing/2014/main" id="{FBA3FDA3-6A21-2F78-C971-466F9AA6B6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BE7E3B6-2AEB-4836-5344-5A5C5EC0AF3B}"/>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1263565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96CA-8935-9560-70C7-18FEF3D9C03A}"/>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43E70A19-ADC7-4FD8-680C-79EC6AB07D7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8A656D0-86EA-45AC-F7B2-F9AE28C1AFF7}"/>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5" name="Footer Placeholder 4">
            <a:extLst>
              <a:ext uri="{FF2B5EF4-FFF2-40B4-BE49-F238E27FC236}">
                <a16:creationId xmlns:a16="http://schemas.microsoft.com/office/drawing/2014/main" id="{A3E0B7B3-BBB8-1943-B6A7-93975D9E1BB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1700450-D2AF-F972-C2E3-0796022C7938}"/>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296830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DC372-6E99-1487-B0FD-5DBAE88F492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EDCB847C-0942-FE48-B5D1-3CF1686E72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800A7FE-4BC1-7036-A011-E1295C24D875}"/>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5" name="Footer Placeholder 4">
            <a:extLst>
              <a:ext uri="{FF2B5EF4-FFF2-40B4-BE49-F238E27FC236}">
                <a16:creationId xmlns:a16="http://schemas.microsoft.com/office/drawing/2014/main" id="{F8124900-09BF-2809-EE78-7A4AF603DC4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D28852C-B6FE-A5C8-F78A-0984CCA238B3}"/>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3564170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C6466-5A36-52DB-2B23-457096B5E82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C4A32BFF-1724-EE07-8A40-581EDA1122D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7A89DF0A-C804-FB6B-0DAC-E9BD3D8BA52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0BE7B653-2586-DFA5-BAC9-695708C44DE0}"/>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6" name="Footer Placeholder 5">
            <a:extLst>
              <a:ext uri="{FF2B5EF4-FFF2-40B4-BE49-F238E27FC236}">
                <a16:creationId xmlns:a16="http://schemas.microsoft.com/office/drawing/2014/main" id="{FE3D67D0-8F78-AF2F-9A43-A80BEE4CB5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A067E2C-D916-955B-23D7-83C01A276793}"/>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787208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A6DC-FCD0-CAD4-1848-6E2C0C030F2E}"/>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2ACCE9CA-0360-04B3-A5BE-0FBFE35121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AAB2119-3630-518C-3092-9920F22EC9D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1AB6D2FA-1691-BC39-A819-C75E977A7C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C59051-8768-FA50-33F0-F3E99119665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0197DBF8-C975-2B6A-C7BD-9234B29AF1F0}"/>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8" name="Footer Placeholder 7">
            <a:extLst>
              <a:ext uri="{FF2B5EF4-FFF2-40B4-BE49-F238E27FC236}">
                <a16:creationId xmlns:a16="http://schemas.microsoft.com/office/drawing/2014/main" id="{770E6765-F785-8A44-9CF6-1CD4B35F5F75}"/>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B9411D8-9F5F-A562-ECB2-6A99E8835990}"/>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3334789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384A-9E6E-50BC-EA8E-71563A928637}"/>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273A4449-6B13-1034-A3D0-940DDC73DAA5}"/>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4" name="Footer Placeholder 3">
            <a:extLst>
              <a:ext uri="{FF2B5EF4-FFF2-40B4-BE49-F238E27FC236}">
                <a16:creationId xmlns:a16="http://schemas.microsoft.com/office/drawing/2014/main" id="{CAEC91AD-06E5-B5A8-F91B-CB1D5B75B9D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4DEDD46-4251-C509-CB63-D6D4ECEEFE23}"/>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762276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9E80D6-B147-3FCC-C391-9318F376FB5A}"/>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3" name="Footer Placeholder 2">
            <a:extLst>
              <a:ext uri="{FF2B5EF4-FFF2-40B4-BE49-F238E27FC236}">
                <a16:creationId xmlns:a16="http://schemas.microsoft.com/office/drawing/2014/main" id="{B698F5C4-68B3-8953-ED15-348954B3F40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B2ECAE0-B683-2855-30AE-2D82DD4D978E}"/>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2625294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98138-2B2E-0787-0C34-79C0FA8613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B2AA9DF6-F650-2EED-CBFB-33804B2366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D348BCF7-7ADA-1EE6-C590-BEA5B92373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2104BF4-4F0A-59BE-687C-05C705F0E818}"/>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6" name="Footer Placeholder 5">
            <a:extLst>
              <a:ext uri="{FF2B5EF4-FFF2-40B4-BE49-F238E27FC236}">
                <a16:creationId xmlns:a16="http://schemas.microsoft.com/office/drawing/2014/main" id="{8301FD29-1A7A-8E6F-95F0-C3B9FEBE043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BF1CF57-6A6F-4105-8A41-F06347D1C013}"/>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1873908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3FE2D-3BB9-D80D-18AB-F636EB1540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A4FBCFEA-662E-63F7-D309-2B6751BD5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3636530-58A4-2F7F-EE58-94324C734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0002F7-C2D1-8470-7BEF-5BABEBEBF83E}"/>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6" name="Footer Placeholder 5">
            <a:extLst>
              <a:ext uri="{FF2B5EF4-FFF2-40B4-BE49-F238E27FC236}">
                <a16:creationId xmlns:a16="http://schemas.microsoft.com/office/drawing/2014/main" id="{5D089112-2543-D373-B159-63E5D133D6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17EA7BF-9D2F-99D0-73F2-62AEFCC42D37}"/>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4028059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9B4B4-1312-4AD8-AA43-C9E45ABCA2AA}"/>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E6C3EC7E-A43B-72D1-C18B-C45A1D0C0FC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5274C31-7399-EF7B-43B3-DE43F339E776}"/>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5" name="Footer Placeholder 4">
            <a:extLst>
              <a:ext uri="{FF2B5EF4-FFF2-40B4-BE49-F238E27FC236}">
                <a16:creationId xmlns:a16="http://schemas.microsoft.com/office/drawing/2014/main" id="{1845146A-DBF3-80D1-26C1-3813CF9E060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A3A50FE-9F68-D835-8146-6240ADA0D3CD}"/>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4247088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28657-BFF1-05D6-59E6-05C0D1D783B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51961795-E3B2-3C96-F7C9-5AE8AB178D6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1AA36B9D-C193-C302-18F1-F2C659A17EF8}"/>
              </a:ext>
            </a:extLst>
          </p:cNvPr>
          <p:cNvSpPr>
            <a:spLocks noGrp="1"/>
          </p:cNvSpPr>
          <p:nvPr>
            <p:ph type="dt" sz="half" idx="10"/>
          </p:nvPr>
        </p:nvSpPr>
        <p:spPr/>
        <p:txBody>
          <a:bodyPr/>
          <a:lstStyle/>
          <a:p>
            <a:fld id="{4ADBF828-C00C-4369-B782-1875D096829D}" type="datetimeFigureOut">
              <a:rPr lang="en-AU" smtClean="0"/>
              <a:t>13/11/2024</a:t>
            </a:fld>
            <a:endParaRPr lang="en-AU"/>
          </a:p>
        </p:txBody>
      </p:sp>
      <p:sp>
        <p:nvSpPr>
          <p:cNvPr id="5" name="Footer Placeholder 4">
            <a:extLst>
              <a:ext uri="{FF2B5EF4-FFF2-40B4-BE49-F238E27FC236}">
                <a16:creationId xmlns:a16="http://schemas.microsoft.com/office/drawing/2014/main" id="{7EDCF878-B485-FAC3-2764-20690539378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186DBC3-4E16-7FD0-DB2A-283919E2D8EF}"/>
              </a:ext>
            </a:extLst>
          </p:cNvPr>
          <p:cNvSpPr>
            <a:spLocks noGrp="1"/>
          </p:cNvSpPr>
          <p:nvPr>
            <p:ph type="sldNum" sz="quarter" idx="12"/>
          </p:nvPr>
        </p:nvSpPr>
        <p:spPr/>
        <p:txBody>
          <a:bodyPr/>
          <a:lstStyle/>
          <a:p>
            <a:fld id="{2CDB98EA-F623-4F8D-9475-46C2981EE457}" type="slidenum">
              <a:rPr lang="en-AU" smtClean="0"/>
              <a:t>‹#›</a:t>
            </a:fld>
            <a:endParaRPr lang="en-AU"/>
          </a:p>
        </p:txBody>
      </p:sp>
    </p:spTree>
    <p:extLst>
      <p:ext uri="{BB962C8B-B14F-4D97-AF65-F5344CB8AC3E}">
        <p14:creationId xmlns:p14="http://schemas.microsoft.com/office/powerpoint/2010/main" val="3416214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8A9CB4-8D7C-5162-0FA9-EC047C76DA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EED1EA38-F61E-C6B2-B7CC-F13F3E5ECF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0531CC1-4048-E96B-E1C3-77096645C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DBF828-C00C-4369-B782-1875D096829D}" type="datetimeFigureOut">
              <a:rPr lang="en-AU" smtClean="0"/>
              <a:t>13/11/2024</a:t>
            </a:fld>
            <a:endParaRPr lang="en-AU"/>
          </a:p>
        </p:txBody>
      </p:sp>
      <p:sp>
        <p:nvSpPr>
          <p:cNvPr id="5" name="Footer Placeholder 4">
            <a:extLst>
              <a:ext uri="{FF2B5EF4-FFF2-40B4-BE49-F238E27FC236}">
                <a16:creationId xmlns:a16="http://schemas.microsoft.com/office/drawing/2014/main" id="{9B3664DE-C94D-282E-C26A-3602B5DB3E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EB50D17-3B67-AA47-E91C-B548E33E5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DB98EA-F623-4F8D-9475-46C2981EE457}" type="slidenum">
              <a:rPr lang="en-AU" smtClean="0"/>
              <a:t>‹#›</a:t>
            </a:fld>
            <a:endParaRPr lang="en-AU"/>
          </a:p>
        </p:txBody>
      </p:sp>
    </p:spTree>
    <p:extLst>
      <p:ext uri="{BB962C8B-B14F-4D97-AF65-F5344CB8AC3E}">
        <p14:creationId xmlns:p14="http://schemas.microsoft.com/office/powerpoint/2010/main" val="4084705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45F6-7117-63EA-F39F-B3FAE55DD07D}"/>
              </a:ext>
            </a:extLst>
          </p:cNvPr>
          <p:cNvSpPr>
            <a:spLocks noGrp="1"/>
          </p:cNvSpPr>
          <p:nvPr>
            <p:ph type="ctrTitle"/>
          </p:nvPr>
        </p:nvSpPr>
        <p:spPr/>
        <p:txBody>
          <a:bodyPr/>
          <a:lstStyle/>
          <a:p>
            <a:r>
              <a:rPr lang="en-AU" dirty="0"/>
              <a:t>ELEC3104 Mini-Project Presentation</a:t>
            </a:r>
          </a:p>
        </p:txBody>
      </p:sp>
      <p:sp>
        <p:nvSpPr>
          <p:cNvPr id="3" name="Subtitle 2">
            <a:extLst>
              <a:ext uri="{FF2B5EF4-FFF2-40B4-BE49-F238E27FC236}">
                <a16:creationId xmlns:a16="http://schemas.microsoft.com/office/drawing/2014/main" id="{3F1C927E-440E-CBFB-6739-FBF09DC463FC}"/>
              </a:ext>
            </a:extLst>
          </p:cNvPr>
          <p:cNvSpPr>
            <a:spLocks noGrp="1"/>
          </p:cNvSpPr>
          <p:nvPr>
            <p:ph type="subTitle" idx="1"/>
          </p:nvPr>
        </p:nvSpPr>
        <p:spPr/>
        <p:txBody>
          <a:bodyPr>
            <a:normAutofit lnSpcReduction="10000"/>
          </a:bodyPr>
          <a:lstStyle/>
          <a:p>
            <a:r>
              <a:rPr lang="en-AU" dirty="0"/>
              <a:t>Akane Opek, z5451214</a:t>
            </a:r>
          </a:p>
          <a:p>
            <a:r>
              <a:rPr lang="en-AU" dirty="0"/>
              <a:t>TLT 2</a:t>
            </a:r>
          </a:p>
          <a:p>
            <a:r>
              <a:rPr lang="en-AU" dirty="0"/>
              <a:t>TLT 3</a:t>
            </a:r>
          </a:p>
          <a:p>
            <a:r>
              <a:rPr lang="en-AU" dirty="0"/>
              <a:t>TLT 4</a:t>
            </a:r>
          </a:p>
        </p:txBody>
      </p:sp>
    </p:spTree>
    <p:extLst>
      <p:ext uri="{BB962C8B-B14F-4D97-AF65-F5344CB8AC3E}">
        <p14:creationId xmlns:p14="http://schemas.microsoft.com/office/powerpoint/2010/main" val="1949549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54B4E-F047-BCE4-F665-E245FEBA6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2FA85-685E-DA8C-9649-1A735F3A5F83}"/>
              </a:ext>
            </a:extLst>
          </p:cNvPr>
          <p:cNvSpPr>
            <a:spLocks noGrp="1"/>
          </p:cNvSpPr>
          <p:nvPr>
            <p:ph type="title"/>
          </p:nvPr>
        </p:nvSpPr>
        <p:spPr/>
        <p:txBody>
          <a:bodyPr/>
          <a:lstStyle/>
          <a:p>
            <a:r>
              <a:rPr lang="en-AU" dirty="0"/>
              <a:t>Outcomes</a:t>
            </a:r>
          </a:p>
        </p:txBody>
      </p:sp>
      <p:sp>
        <p:nvSpPr>
          <p:cNvPr id="3" name="Content Placeholder 2">
            <a:extLst>
              <a:ext uri="{FF2B5EF4-FFF2-40B4-BE49-F238E27FC236}">
                <a16:creationId xmlns:a16="http://schemas.microsoft.com/office/drawing/2014/main" id="{EFCA9313-B1F8-513C-C5BB-8C6D4AEECAC3}"/>
              </a:ext>
            </a:extLst>
          </p:cNvPr>
          <p:cNvSpPr>
            <a:spLocks noGrp="1"/>
          </p:cNvSpPr>
          <p:nvPr>
            <p:ph idx="1"/>
          </p:nvPr>
        </p:nvSpPr>
        <p:spPr>
          <a:xfrm>
            <a:off x="698015" y="1340189"/>
            <a:ext cx="10655785" cy="5152686"/>
          </a:xfrm>
        </p:spPr>
        <p:txBody>
          <a:bodyPr>
            <a:normAutofit fontScale="92500" lnSpcReduction="10000"/>
          </a:bodyPr>
          <a:lstStyle/>
          <a:p>
            <a:pPr marL="0" indent="0">
              <a:buNone/>
            </a:pPr>
            <a:r>
              <a:rPr lang="en-AU" dirty="0"/>
              <a:t>TLT 2:</a:t>
            </a:r>
          </a:p>
          <a:p>
            <a:pPr marL="514350" indent="-514350">
              <a:buAutoNum type="arabicPeriod"/>
            </a:pPr>
            <a:r>
              <a:rPr lang="en-AU" sz="1800" dirty="0"/>
              <a:t>Created code to calculate the resonant frequency, quality factor, bandwidth, coefficients and so on. </a:t>
            </a:r>
          </a:p>
          <a:p>
            <a:pPr marL="514350" indent="-514350">
              <a:buAutoNum type="arabicPeriod"/>
            </a:pPr>
            <a:r>
              <a:rPr lang="en-AU" sz="1800" dirty="0"/>
              <a:t>Using the above calculate the coefficients for 128 IIR filters. </a:t>
            </a:r>
          </a:p>
          <a:p>
            <a:pPr marL="514350" indent="-514350">
              <a:buAutoNum type="arabicPeriod"/>
            </a:pPr>
            <a:r>
              <a:rPr lang="en-AU" sz="1800" dirty="0"/>
              <a:t>From the IIR filters derive the FIR filters, which forms the first ‘analysis’ filters. This is then flipped to create the synthesis filters, and together they are convoluted and summed to get final output.</a:t>
            </a:r>
          </a:p>
          <a:p>
            <a:pPr marL="514350" indent="-514350">
              <a:buAutoNum type="arabicPeriod"/>
            </a:pPr>
            <a:r>
              <a:rPr lang="en-AU" sz="1800" dirty="0"/>
              <a:t>Using the filters created, filter the speech data and sum this to produce synthesized speech. </a:t>
            </a:r>
          </a:p>
          <a:p>
            <a:pPr marL="0" indent="0">
              <a:buNone/>
            </a:pPr>
            <a:r>
              <a:rPr lang="en-AU" dirty="0"/>
              <a:t>TLT 3:</a:t>
            </a:r>
          </a:p>
          <a:p>
            <a:pPr marL="514350" indent="-514350">
              <a:buAutoNum type="arabicPeriod"/>
            </a:pPr>
            <a:r>
              <a:rPr lang="en-AU" sz="1800" dirty="0"/>
              <a:t>Create a spectral analysis system by first calculating the gain factor for each filter, then calculating the spatial differentiation (represents coupling of cilia and inner hair cells). </a:t>
            </a:r>
          </a:p>
          <a:p>
            <a:pPr marL="514350" indent="-514350">
              <a:buAutoNum type="arabicPeriod"/>
            </a:pPr>
            <a:r>
              <a:rPr lang="en-AU" sz="1800" dirty="0"/>
              <a:t>Simulate inner hair cells using the above, the output of which is electrical energy. </a:t>
            </a:r>
          </a:p>
          <a:p>
            <a:pPr marL="0" indent="0">
              <a:buNone/>
            </a:pPr>
            <a:r>
              <a:rPr lang="en-AU" dirty="0"/>
              <a:t>TLT 4:</a:t>
            </a:r>
          </a:p>
          <a:p>
            <a:pPr marL="514350" indent="-514350">
              <a:buAutoNum type="arabicPeriod"/>
            </a:pPr>
            <a:r>
              <a:rPr lang="en-AU" sz="1800" dirty="0"/>
              <a:t>Use temporal masking methods for efficiency. First rectify the filtered data (TLT 2), and determine which peaks would not be heard – which ones would be masked. </a:t>
            </a:r>
          </a:p>
          <a:p>
            <a:pPr marL="514350" indent="-514350">
              <a:buAutoNum type="arabicPeriod"/>
            </a:pPr>
            <a:r>
              <a:rPr lang="en-AU" sz="1800" dirty="0"/>
              <a:t>Synthesize and compare audio samples using the filters and temporal modules created. </a:t>
            </a:r>
          </a:p>
          <a:p>
            <a:pPr marL="514350" indent="-514350">
              <a:buAutoNum type="arabicPeriod"/>
            </a:pPr>
            <a:r>
              <a:rPr lang="en-AU" sz="1800" dirty="0"/>
              <a:t>Haven’t done much else</a:t>
            </a:r>
          </a:p>
        </p:txBody>
      </p:sp>
    </p:spTree>
    <p:extLst>
      <p:ext uri="{BB962C8B-B14F-4D97-AF65-F5344CB8AC3E}">
        <p14:creationId xmlns:p14="http://schemas.microsoft.com/office/powerpoint/2010/main" val="286060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8AB0E-E08B-DE31-380A-3A25AC2AD071}"/>
              </a:ext>
            </a:extLst>
          </p:cNvPr>
          <p:cNvSpPr>
            <a:spLocks noGrp="1"/>
          </p:cNvSpPr>
          <p:nvPr>
            <p:ph idx="1"/>
          </p:nvPr>
        </p:nvSpPr>
        <p:spPr>
          <a:xfrm>
            <a:off x="838200" y="557213"/>
            <a:ext cx="10515600" cy="5619750"/>
          </a:xfrm>
        </p:spPr>
        <p:txBody>
          <a:bodyPr>
            <a:normAutofit fontScale="92500" lnSpcReduction="10000"/>
          </a:bodyPr>
          <a:lstStyle/>
          <a:p>
            <a:pPr marL="0" indent="0">
              <a:buNone/>
            </a:pPr>
            <a:r>
              <a:rPr lang="en-AU" sz="3200" dirty="0"/>
              <a:t>CHALLENGES</a:t>
            </a:r>
          </a:p>
          <a:p>
            <a:pPr marL="0" indent="0">
              <a:buNone/>
            </a:pPr>
            <a:endParaRPr lang="en-AU" sz="3200" dirty="0"/>
          </a:p>
          <a:p>
            <a:pPr marL="514350" indent="-514350">
              <a:buAutoNum type="arabicPeriod"/>
            </a:pPr>
            <a:r>
              <a:rPr lang="en-AU" sz="1800" dirty="0"/>
              <a:t>Procrastination</a:t>
            </a:r>
          </a:p>
          <a:p>
            <a:pPr marL="514350" indent="-514350">
              <a:buAutoNum type="arabicPeriod"/>
            </a:pPr>
            <a:r>
              <a:rPr lang="en-AU" sz="1800" dirty="0"/>
              <a:t>Lack of familiarity/confidence with </a:t>
            </a:r>
            <a:r>
              <a:rPr lang="en-AU" sz="1800" dirty="0" err="1"/>
              <a:t>MatLab</a:t>
            </a:r>
            <a:r>
              <a:rPr lang="en-AU" sz="1800" dirty="0"/>
              <a:t> coding</a:t>
            </a:r>
          </a:p>
          <a:p>
            <a:pPr marL="514350" indent="-514350">
              <a:buAutoNum type="arabicPeriod"/>
            </a:pPr>
            <a:r>
              <a:rPr lang="en-AU" sz="1800" dirty="0"/>
              <a:t>TLT 2 – Amount of background information to digest</a:t>
            </a:r>
          </a:p>
          <a:p>
            <a:pPr marL="514350" indent="-514350">
              <a:buAutoNum type="arabicPeriod"/>
            </a:pPr>
            <a:r>
              <a:rPr lang="en-AU" sz="1800" dirty="0"/>
              <a:t>Obsession with getting graphs to perfectly match examples</a:t>
            </a:r>
          </a:p>
          <a:p>
            <a:pPr marL="514350" indent="-514350">
              <a:buAutoNum type="arabicPeriod"/>
            </a:pPr>
            <a:endParaRPr lang="en-AU" sz="1800" dirty="0"/>
          </a:p>
          <a:p>
            <a:pPr marL="514350" indent="-514350">
              <a:buAutoNum type="arabicPeriod"/>
            </a:pPr>
            <a:r>
              <a:rPr lang="en-AU" sz="1800" dirty="0"/>
              <a:t>Lack of understanding – not knowing when to use ‘</a:t>
            </a:r>
            <a:r>
              <a:rPr lang="en-AU" sz="1800" dirty="0" err="1"/>
              <a:t>impz</a:t>
            </a:r>
            <a:r>
              <a:rPr lang="en-AU" sz="1800" dirty="0"/>
              <a:t>’</a:t>
            </a:r>
          </a:p>
          <a:p>
            <a:pPr marL="514350" indent="-514350">
              <a:buAutoNum type="arabicPeriod"/>
            </a:pPr>
            <a:r>
              <a:rPr lang="en-AU" sz="1800" dirty="0"/>
              <a:t>Conversion between formats – Hertz and rad</a:t>
            </a:r>
          </a:p>
          <a:p>
            <a:pPr marL="514350" indent="-514350">
              <a:buAutoNum type="arabicPeriod"/>
            </a:pPr>
            <a:r>
              <a:rPr lang="en-AU" sz="1800" dirty="0"/>
              <a:t>Accidentally used the FIR instead of IIR Filter Bank Model, leading to graphs being wonky</a:t>
            </a:r>
          </a:p>
          <a:p>
            <a:pPr marL="514350" indent="-514350">
              <a:buAutoNum type="arabicPeriod"/>
            </a:pPr>
            <a:r>
              <a:rPr lang="en-AU" sz="1800" dirty="0"/>
              <a:t>‘</a:t>
            </a:r>
            <a:r>
              <a:rPr lang="en-AU" sz="1800" dirty="0" err="1"/>
              <a:t>semilogx</a:t>
            </a:r>
            <a:r>
              <a:rPr lang="en-AU" sz="1800" dirty="0"/>
              <a:t>’ would not work for some reason</a:t>
            </a:r>
          </a:p>
          <a:p>
            <a:pPr marL="971550" lvl="1" indent="-514350">
              <a:buFont typeface="Arial" panose="020B0604020202020204" pitchFamily="34" charset="0"/>
              <a:buAutoNum type="arabicPeriod"/>
            </a:pPr>
            <a:r>
              <a:rPr lang="en-AU" sz="1400" dirty="0"/>
              <a:t>Turned out to be because I’ve put ‘hold on’ before the ‘</a:t>
            </a:r>
            <a:r>
              <a:rPr lang="en-AU" sz="1400" dirty="0" err="1"/>
              <a:t>semilogx</a:t>
            </a:r>
            <a:r>
              <a:rPr lang="en-AU" sz="1400" dirty="0"/>
              <a:t>’ command</a:t>
            </a:r>
          </a:p>
          <a:p>
            <a:pPr marL="514350" indent="-514350">
              <a:buAutoNum type="arabicPeriod"/>
            </a:pPr>
            <a:r>
              <a:rPr lang="en-AU" sz="1800" dirty="0"/>
              <a:t>Last slide was p hard</a:t>
            </a:r>
          </a:p>
          <a:p>
            <a:pPr marL="514350" indent="-514350">
              <a:buAutoNum type="arabicPeriod"/>
            </a:pPr>
            <a:endParaRPr lang="en-AU" sz="1800" dirty="0"/>
          </a:p>
          <a:p>
            <a:pPr marL="514350" indent="-514350">
              <a:buAutoNum type="arabicPeriod"/>
            </a:pPr>
            <a:r>
              <a:rPr lang="en-AU" sz="1800" dirty="0"/>
              <a:t>Everything in the project was a significant challenge</a:t>
            </a:r>
          </a:p>
          <a:p>
            <a:pPr marL="514350" indent="-514350">
              <a:buAutoNum type="arabicPeriod"/>
            </a:pPr>
            <a:r>
              <a:rPr lang="en-AU" sz="1800" dirty="0"/>
              <a:t>Array or </a:t>
            </a:r>
            <a:r>
              <a:rPr lang="en-AU" sz="1800"/>
              <a:t>Matrix sizing </a:t>
            </a:r>
            <a:endParaRPr lang="en-AU" sz="1800" dirty="0"/>
          </a:p>
          <a:p>
            <a:pPr marL="0" indent="0">
              <a:buNone/>
            </a:pPr>
            <a:endParaRPr lang="en-AU" dirty="0"/>
          </a:p>
        </p:txBody>
      </p:sp>
    </p:spTree>
    <p:extLst>
      <p:ext uri="{BB962C8B-B14F-4D97-AF65-F5344CB8AC3E}">
        <p14:creationId xmlns:p14="http://schemas.microsoft.com/office/powerpoint/2010/main" val="1649544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71A25-68F6-C754-0DD3-5498E55389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75E308-AA4B-24E7-20B1-3819FFF3C40E}"/>
              </a:ext>
            </a:extLst>
          </p:cNvPr>
          <p:cNvPicPr>
            <a:picLocks noChangeAspect="1"/>
          </p:cNvPicPr>
          <p:nvPr/>
        </p:nvPicPr>
        <p:blipFill>
          <a:blip r:embed="rId2"/>
          <a:stretch>
            <a:fillRect/>
          </a:stretch>
        </p:blipFill>
        <p:spPr>
          <a:xfrm>
            <a:off x="7224699" y="0"/>
            <a:ext cx="3396147" cy="2547110"/>
          </a:xfrm>
          <a:prstGeom prst="rect">
            <a:avLst/>
          </a:prstGeom>
        </p:spPr>
      </p:pic>
      <p:pic>
        <p:nvPicPr>
          <p:cNvPr id="7" name="Picture 6">
            <a:extLst>
              <a:ext uri="{FF2B5EF4-FFF2-40B4-BE49-F238E27FC236}">
                <a16:creationId xmlns:a16="http://schemas.microsoft.com/office/drawing/2014/main" id="{58AF3218-445C-9804-3BEB-FDA78E0BDDB5}"/>
              </a:ext>
            </a:extLst>
          </p:cNvPr>
          <p:cNvPicPr>
            <a:picLocks noChangeAspect="1"/>
          </p:cNvPicPr>
          <p:nvPr/>
        </p:nvPicPr>
        <p:blipFill>
          <a:blip r:embed="rId3"/>
          <a:stretch>
            <a:fillRect/>
          </a:stretch>
        </p:blipFill>
        <p:spPr>
          <a:xfrm>
            <a:off x="4220890" y="90031"/>
            <a:ext cx="3062679" cy="2297009"/>
          </a:xfrm>
          <a:prstGeom prst="rect">
            <a:avLst/>
          </a:prstGeom>
        </p:spPr>
      </p:pic>
      <p:pic>
        <p:nvPicPr>
          <p:cNvPr id="9" name="Picture 8">
            <a:extLst>
              <a:ext uri="{FF2B5EF4-FFF2-40B4-BE49-F238E27FC236}">
                <a16:creationId xmlns:a16="http://schemas.microsoft.com/office/drawing/2014/main" id="{9059E1DF-87EC-3FE3-DE86-27533E57604D}"/>
              </a:ext>
            </a:extLst>
          </p:cNvPr>
          <p:cNvPicPr>
            <a:picLocks noChangeAspect="1"/>
          </p:cNvPicPr>
          <p:nvPr/>
        </p:nvPicPr>
        <p:blipFill>
          <a:blip r:embed="rId4"/>
          <a:stretch>
            <a:fillRect/>
          </a:stretch>
        </p:blipFill>
        <p:spPr>
          <a:xfrm>
            <a:off x="1097041" y="90031"/>
            <a:ext cx="3276106" cy="2457079"/>
          </a:xfrm>
          <a:prstGeom prst="rect">
            <a:avLst/>
          </a:prstGeom>
        </p:spPr>
      </p:pic>
      <p:pic>
        <p:nvPicPr>
          <p:cNvPr id="19" name="Picture 18">
            <a:extLst>
              <a:ext uri="{FF2B5EF4-FFF2-40B4-BE49-F238E27FC236}">
                <a16:creationId xmlns:a16="http://schemas.microsoft.com/office/drawing/2014/main" id="{C83C93C2-4478-5EBD-90B4-E7845C73A50F}"/>
              </a:ext>
            </a:extLst>
          </p:cNvPr>
          <p:cNvPicPr>
            <a:picLocks noChangeAspect="1"/>
          </p:cNvPicPr>
          <p:nvPr/>
        </p:nvPicPr>
        <p:blipFill>
          <a:blip r:embed="rId5"/>
          <a:stretch>
            <a:fillRect/>
          </a:stretch>
        </p:blipFill>
        <p:spPr>
          <a:xfrm>
            <a:off x="89259" y="2387041"/>
            <a:ext cx="3147896" cy="2360922"/>
          </a:xfrm>
          <a:prstGeom prst="rect">
            <a:avLst/>
          </a:prstGeom>
        </p:spPr>
      </p:pic>
      <p:pic>
        <p:nvPicPr>
          <p:cNvPr id="17" name="Picture 16">
            <a:extLst>
              <a:ext uri="{FF2B5EF4-FFF2-40B4-BE49-F238E27FC236}">
                <a16:creationId xmlns:a16="http://schemas.microsoft.com/office/drawing/2014/main" id="{C7E1A0F3-E72F-78F1-4552-4B7407CFD90E}"/>
              </a:ext>
            </a:extLst>
          </p:cNvPr>
          <p:cNvPicPr>
            <a:picLocks noChangeAspect="1"/>
          </p:cNvPicPr>
          <p:nvPr/>
        </p:nvPicPr>
        <p:blipFill>
          <a:blip r:embed="rId6"/>
          <a:stretch>
            <a:fillRect/>
          </a:stretch>
        </p:blipFill>
        <p:spPr>
          <a:xfrm>
            <a:off x="5858186" y="2387040"/>
            <a:ext cx="3147899" cy="2360923"/>
          </a:xfrm>
          <a:prstGeom prst="rect">
            <a:avLst/>
          </a:prstGeom>
        </p:spPr>
      </p:pic>
      <p:pic>
        <p:nvPicPr>
          <p:cNvPr id="15" name="Picture 14">
            <a:extLst>
              <a:ext uri="{FF2B5EF4-FFF2-40B4-BE49-F238E27FC236}">
                <a16:creationId xmlns:a16="http://schemas.microsoft.com/office/drawing/2014/main" id="{0944D16D-E2AD-24DE-3A2B-13926BB5C932}"/>
              </a:ext>
            </a:extLst>
          </p:cNvPr>
          <p:cNvPicPr>
            <a:picLocks noChangeAspect="1"/>
          </p:cNvPicPr>
          <p:nvPr/>
        </p:nvPicPr>
        <p:blipFill>
          <a:blip r:embed="rId7"/>
          <a:stretch>
            <a:fillRect/>
          </a:stretch>
        </p:blipFill>
        <p:spPr>
          <a:xfrm>
            <a:off x="3052583" y="4105189"/>
            <a:ext cx="3147899" cy="2360925"/>
          </a:xfrm>
          <a:prstGeom prst="rect">
            <a:avLst/>
          </a:prstGeom>
        </p:spPr>
      </p:pic>
      <p:pic>
        <p:nvPicPr>
          <p:cNvPr id="20" name="Picture 19">
            <a:extLst>
              <a:ext uri="{FF2B5EF4-FFF2-40B4-BE49-F238E27FC236}">
                <a16:creationId xmlns:a16="http://schemas.microsoft.com/office/drawing/2014/main" id="{D614BC6D-9B89-9B5F-38C8-E2D85C8A719F}"/>
              </a:ext>
            </a:extLst>
          </p:cNvPr>
          <p:cNvPicPr>
            <a:picLocks noChangeAspect="1"/>
          </p:cNvPicPr>
          <p:nvPr/>
        </p:nvPicPr>
        <p:blipFill>
          <a:blip r:embed="rId8"/>
          <a:stretch>
            <a:fillRect/>
          </a:stretch>
        </p:blipFill>
        <p:spPr>
          <a:xfrm>
            <a:off x="8814763" y="4105189"/>
            <a:ext cx="3147900" cy="2360925"/>
          </a:xfrm>
          <a:prstGeom prst="rect">
            <a:avLst/>
          </a:prstGeom>
        </p:spPr>
      </p:pic>
    </p:spTree>
    <p:extLst>
      <p:ext uri="{BB962C8B-B14F-4D97-AF65-F5344CB8AC3E}">
        <p14:creationId xmlns:p14="http://schemas.microsoft.com/office/powerpoint/2010/main" val="2598651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5312-BE54-5E25-4184-F0B390A6C9B5}"/>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CE812FBD-D82A-E611-61F0-0CC7CC9A13AF}"/>
              </a:ext>
            </a:extLst>
          </p:cNvPr>
          <p:cNvPicPr>
            <a:picLocks noChangeAspect="1"/>
          </p:cNvPicPr>
          <p:nvPr/>
        </p:nvPicPr>
        <p:blipFill>
          <a:blip r:embed="rId2"/>
          <a:stretch>
            <a:fillRect/>
          </a:stretch>
        </p:blipFill>
        <p:spPr>
          <a:xfrm>
            <a:off x="7927692" y="1815494"/>
            <a:ext cx="4302682" cy="3227012"/>
          </a:xfrm>
          <a:prstGeom prst="rect">
            <a:avLst/>
          </a:prstGeom>
        </p:spPr>
      </p:pic>
      <p:pic>
        <p:nvPicPr>
          <p:cNvPr id="25" name="Picture 24">
            <a:extLst>
              <a:ext uri="{FF2B5EF4-FFF2-40B4-BE49-F238E27FC236}">
                <a16:creationId xmlns:a16="http://schemas.microsoft.com/office/drawing/2014/main" id="{4C0845B6-0C8B-889F-AE1E-AF6C3F3F8EA4}"/>
              </a:ext>
            </a:extLst>
          </p:cNvPr>
          <p:cNvPicPr>
            <a:picLocks noChangeAspect="1"/>
          </p:cNvPicPr>
          <p:nvPr/>
        </p:nvPicPr>
        <p:blipFill>
          <a:blip r:embed="rId3"/>
          <a:stretch>
            <a:fillRect/>
          </a:stretch>
        </p:blipFill>
        <p:spPr>
          <a:xfrm>
            <a:off x="4546372" y="5815994"/>
            <a:ext cx="1381197" cy="1035898"/>
          </a:xfrm>
          <a:prstGeom prst="rect">
            <a:avLst/>
          </a:prstGeom>
        </p:spPr>
      </p:pic>
      <p:pic>
        <p:nvPicPr>
          <p:cNvPr id="27" name="Picture 26">
            <a:extLst>
              <a:ext uri="{FF2B5EF4-FFF2-40B4-BE49-F238E27FC236}">
                <a16:creationId xmlns:a16="http://schemas.microsoft.com/office/drawing/2014/main" id="{116B57C2-FC23-F7C9-A229-3EA4F9C5668E}"/>
              </a:ext>
            </a:extLst>
          </p:cNvPr>
          <p:cNvPicPr>
            <a:picLocks noChangeAspect="1"/>
          </p:cNvPicPr>
          <p:nvPr/>
        </p:nvPicPr>
        <p:blipFill>
          <a:blip r:embed="rId4"/>
          <a:stretch>
            <a:fillRect/>
          </a:stretch>
        </p:blipFill>
        <p:spPr>
          <a:xfrm>
            <a:off x="-38372" y="1815494"/>
            <a:ext cx="4302682" cy="3227012"/>
          </a:xfrm>
          <a:prstGeom prst="rect">
            <a:avLst/>
          </a:prstGeom>
        </p:spPr>
      </p:pic>
      <p:pic>
        <p:nvPicPr>
          <p:cNvPr id="29" name="Picture 28">
            <a:extLst>
              <a:ext uri="{FF2B5EF4-FFF2-40B4-BE49-F238E27FC236}">
                <a16:creationId xmlns:a16="http://schemas.microsoft.com/office/drawing/2014/main" id="{CF5C99A6-25A9-5760-1273-9D34A421A1DD}"/>
              </a:ext>
            </a:extLst>
          </p:cNvPr>
          <p:cNvPicPr>
            <a:picLocks noChangeAspect="1"/>
          </p:cNvPicPr>
          <p:nvPr/>
        </p:nvPicPr>
        <p:blipFill>
          <a:blip r:embed="rId5"/>
          <a:stretch>
            <a:fillRect/>
          </a:stretch>
        </p:blipFill>
        <p:spPr>
          <a:xfrm>
            <a:off x="3905106" y="1815494"/>
            <a:ext cx="4302683" cy="3227012"/>
          </a:xfrm>
          <a:prstGeom prst="rect">
            <a:avLst/>
          </a:prstGeom>
        </p:spPr>
      </p:pic>
    </p:spTree>
    <p:extLst>
      <p:ext uri="{BB962C8B-B14F-4D97-AF65-F5344CB8AC3E}">
        <p14:creationId xmlns:p14="http://schemas.microsoft.com/office/powerpoint/2010/main" val="582799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2A332-185D-6C24-C376-2A8205A271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087FB2-45ED-E721-8DB5-E0AA6F198075}"/>
              </a:ext>
            </a:extLst>
          </p:cNvPr>
          <p:cNvPicPr>
            <a:picLocks noChangeAspect="1"/>
          </p:cNvPicPr>
          <p:nvPr/>
        </p:nvPicPr>
        <p:blipFill>
          <a:blip r:embed="rId2"/>
          <a:stretch>
            <a:fillRect/>
          </a:stretch>
        </p:blipFill>
        <p:spPr>
          <a:xfrm>
            <a:off x="6265350" y="1498325"/>
            <a:ext cx="5334000" cy="4000500"/>
          </a:xfrm>
          <a:prstGeom prst="rect">
            <a:avLst/>
          </a:prstGeom>
        </p:spPr>
      </p:pic>
      <p:pic>
        <p:nvPicPr>
          <p:cNvPr id="7" name="Picture 6">
            <a:extLst>
              <a:ext uri="{FF2B5EF4-FFF2-40B4-BE49-F238E27FC236}">
                <a16:creationId xmlns:a16="http://schemas.microsoft.com/office/drawing/2014/main" id="{4C0322BB-B49B-4FBE-9975-907D5068372A}"/>
              </a:ext>
            </a:extLst>
          </p:cNvPr>
          <p:cNvPicPr>
            <a:picLocks noChangeAspect="1"/>
          </p:cNvPicPr>
          <p:nvPr/>
        </p:nvPicPr>
        <p:blipFill>
          <a:blip r:embed="rId3"/>
          <a:stretch>
            <a:fillRect/>
          </a:stretch>
        </p:blipFill>
        <p:spPr>
          <a:xfrm>
            <a:off x="931350" y="1498325"/>
            <a:ext cx="5334000" cy="4000500"/>
          </a:xfrm>
          <a:prstGeom prst="rect">
            <a:avLst/>
          </a:prstGeom>
        </p:spPr>
      </p:pic>
    </p:spTree>
    <p:extLst>
      <p:ext uri="{BB962C8B-B14F-4D97-AF65-F5344CB8AC3E}">
        <p14:creationId xmlns:p14="http://schemas.microsoft.com/office/powerpoint/2010/main" val="617645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308</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ELEC3104 Mini-Project Presentation</vt:lpstr>
      <vt:lpstr>Outcomes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Akane O</dc:creator>
  <cp:lastModifiedBy>Akane O</cp:lastModifiedBy>
  <cp:revision>2</cp:revision>
  <dcterms:created xsi:type="dcterms:W3CDTF">2024-11-13T02:37:38Z</dcterms:created>
  <dcterms:modified xsi:type="dcterms:W3CDTF">2024-11-13T12:09:38Z</dcterms:modified>
</cp:coreProperties>
</file>